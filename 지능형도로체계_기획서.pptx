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61520" cy="54864"/>
          </a:xfrm>
          <a:prstGeom prst="rect">
            <a:avLst/>
          </a:prstGeom>
          <a:solidFill>
            <a:srgbClr val="3B6E8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64240" y="3310128"/>
            <a:ext cx="457200" cy="18288"/>
          </a:xfrm>
          <a:prstGeom prst="rect">
            <a:avLst/>
          </a:prstGeom>
          <a:solidFill>
            <a:srgbClr val="F2A9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지능형 도로체계(ITS)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실시간 교통 이상탐지 시스템 — 개인 프로젝트 기획서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정체 · 역주행 · 급정거 · 불법정차 · 과속을 자동으로 감지하는 컴퓨터 비전 파이프라인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57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영상에서 차량을 검출·추적해 교통 흐름을 분석하고, 이상 상황을 자동 감지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291840"/>
            <a:ext cx="548640" cy="54864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74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인식은 부가 기능으로 축소, 핵심은 이상탐지 로직 설계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709160"/>
            <a:ext cx="548640" cy="54864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고속도로/시내도로 CCTV 영상 기반 실시간 모니터링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이상탐지 핵심 기능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834640" cy="73152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정체/혼잡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15544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11880" y="1554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시간당 통과 차량 수 급감 + 평균 속도 저하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2834640" cy="7315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957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역주행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2395728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39572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이동 벡터 방향이 차선 기준 방향과 반대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2834640" cy="73152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3697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급정거/사고 추정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3236976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3236976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간 속도 변화율이 임계값 이상 급감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2834640" cy="7315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7822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불법 정차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83280" y="4078224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11880" y="407822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위치에서 차량 이동량이 N초 이상 0에 가까움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2834640" cy="73152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194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4919472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491947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통과 시간 기반 속도 추정치가 제한속도 초과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기술적 접근 단계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2011680"/>
            <a:ext cx="640080" cy="64008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316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추적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YOLO로 검출 후 ByteTrack으로 ID 부여, 위치 이력 확보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30175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66260" y="2011680"/>
            <a:ext cx="640080" cy="64008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662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벡터 계산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ID별 좌표 변화로 방향·속도 산출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30175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00900" y="2011680"/>
            <a:ext cx="640080" cy="64008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009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 1차 탐지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기준으로 이상 후보 플래그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842248" y="3017520"/>
            <a:ext cx="374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52560" y="17373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35540" y="2011680"/>
            <a:ext cx="640080" cy="640080"/>
          </a:xfrm>
          <a:prstGeom prst="ellipse">
            <a:avLst/>
          </a:prstGeom>
          <a:solidFill>
            <a:srgbClr val="1E2A4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355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기반 2차 검증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흐름 데이터로 이상치(outlier) 판단 (선택)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기술 스택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E2A45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검출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6459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E2A45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828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추적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ByteTrack / DeepSORT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E2A45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828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인식(부가)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286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EasyOCR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E2A45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23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(FastAPI)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9768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E2A45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023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 / MySQL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46720" y="338328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E2A45"/>
          </a:solidFill>
          <a:ln w="12700">
            <a:solidFill>
              <a:srgbClr val="3B6E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023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 (실시간 시각화)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개발 단계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3566160"/>
            <a:ext cx="10881360" cy="27432"/>
          </a:xfrm>
          <a:prstGeom prst="rect">
            <a:avLst/>
          </a:prstGeom>
          <a:solidFill>
            <a:srgbClr val="D6DAE2"/>
          </a:solidFill>
          <a:ln/>
        </p:spPr>
      </p:sp>
      <p:sp>
        <p:nvSpPr>
          <p:cNvPr id="4" name="Shape 2"/>
          <p:cNvSpPr/>
          <p:nvPr/>
        </p:nvSpPr>
        <p:spPr>
          <a:xfrm>
            <a:off x="557784" y="3483864"/>
            <a:ext cx="164592" cy="164592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-4572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0" cy="27432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17954" y="3483864"/>
            <a:ext cx="164592" cy="164592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4305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1445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검출 모델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00250" y="3566160"/>
            <a:ext cx="0" cy="22860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78124" y="3483864"/>
            <a:ext cx="164592" cy="164592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0322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7462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추적 로직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60420" y="3291840"/>
            <a:ext cx="0" cy="27432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638294" y="3483864"/>
            <a:ext cx="164592" cy="164592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6339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03479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벡터/속도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20590" y="3566160"/>
            <a:ext cx="0" cy="22860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998464" y="3483864"/>
            <a:ext cx="164592" cy="164592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2356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이상탐지 규칙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3291840"/>
            <a:ext cx="0" cy="27432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358634" y="3483864"/>
            <a:ext cx="164592" cy="164592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8373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5513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고도화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40930" y="3566160"/>
            <a:ext cx="0" cy="22860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718804" y="3483864"/>
            <a:ext cx="164592" cy="164592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4390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11530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번호판 인식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01100" y="3291840"/>
            <a:ext cx="0" cy="27432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078974" y="3483864"/>
            <a:ext cx="164592" cy="164592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70407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47547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대시보드/PC 연동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61270" y="3566160"/>
            <a:ext cx="0" cy="22860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1439144" y="3483864"/>
            <a:ext cx="164592" cy="164592"/>
          </a:xfrm>
          <a:prstGeom prst="ellipse">
            <a:avLst/>
          </a:prstGeom>
          <a:solidFill>
            <a:srgbClr val="3B6E8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06424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83564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테스트·정리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1521440" y="3291840"/>
            <a:ext cx="0" cy="274320"/>
          </a:xfrm>
          <a:prstGeom prst="line">
            <a:avLst/>
          </a:prstGeom>
          <a:noFill/>
          <a:ln w="12700">
            <a:solidFill>
              <a:srgbClr val="D6DAE2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5·6단계(이상탐지 규칙 설계, 통계 고도화)가 프로젝트의 핵심 차별점입니다.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예상 난이도 포인트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스위칭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차량 추적 시 같은 차량이 다른 ID로 잡히는 문제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103120"/>
            <a:ext cx="502920" cy="50292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임계값 설정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이상탐지 임계값의 주관성 — 실제 데이터 기반 튜닝 필요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6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2103120"/>
            <a:ext cx="502920" cy="502920"/>
          </a:xfrm>
          <a:prstGeom prst="ellipse">
            <a:avLst/>
          </a:prstGeom>
          <a:solidFill>
            <a:srgbClr val="F2A9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788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E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속도-정확도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918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처리 속도와 정확도 간의 트레이드오프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A9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지능형 도로체계(ITS) — AI 기반 실시간 교통 이상탐지 시스템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2026-09-01T00:16:26Z</dcterms:created>
  <dcterms:modified xsi:type="dcterms:W3CDTF">2026-09-01T00:16:26Z</dcterms:modified>
</cp:coreProperties>
</file>