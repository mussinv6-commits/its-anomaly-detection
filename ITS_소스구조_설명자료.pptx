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36576"/>
          </a:xfrm>
          <a:prstGeom prst="rect">
            <a:avLst/>
          </a:prstGeom>
          <a:solidFill>
            <a:srgbClr val="F2A9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소스 구조 안내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지능형 도로체계(ITS) — AI 기반 실시간 교통 이상탐지 시스템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mussinv6-commits/its-anomaly-detection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92640" y="914400"/>
            <a:ext cx="256032" cy="256032"/>
          </a:xfrm>
          <a:prstGeom prst="ellipse">
            <a:avLst/>
          </a:prstGeom>
          <a:solidFill>
            <a:srgbClr val="2E9E5B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914400"/>
            <a:ext cx="256032" cy="256032"/>
          </a:xfrm>
          <a:prstGeom prst="ellipse">
            <a:avLst/>
          </a:prstGeom>
          <a:solidFill>
            <a:srgbClr val="F2A93C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0" y="914400"/>
            <a:ext cx="256032" cy="256032"/>
          </a:xfrm>
          <a:prstGeom prst="ellipse">
            <a:avLst/>
          </a:prstGeom>
          <a:solidFill>
            <a:srgbClr val="D93A3A"/>
          </a:solidFill>
          <a:ln w="12700">
            <a:solidFill>
              <a:srgbClr val="1421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보기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 영상 한 편이 관제 지도까지 도달하는 전체 흐름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→ 검출 → 추적 → 속도·방향 계산 → 이상탐지 판정 →  DB 저장 → 대시보드 + 카카오맵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5449824" cy="1188720"/>
          </a:xfrm>
          <a:prstGeom prst="roundRect">
            <a:avLst>
              <a:gd name="adj" fmla="val 4615"/>
            </a:avLst>
          </a:prstGeom>
          <a:solidFill>
            <a:srgbClr val="1F2E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 검출·인식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089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이상탐지된 차량만 전용 YOLO로 위치 검출 후 EasyOCR로 문자 인식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08776" y="2606040"/>
            <a:ext cx="5449824" cy="1188720"/>
          </a:xfrm>
          <a:prstGeom prst="roundRect">
            <a:avLst>
              <a:gd name="adj" fmla="val 4615"/>
            </a:avLst>
          </a:prstGeom>
          <a:solidFill>
            <a:srgbClr val="1F2E5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37376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속도 예측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31089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3프레임 속도로 RandomForest가 다음 순간을 예측해 급정거 조기경고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57200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4572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YOLOv8 (검출·번호판)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457200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46120" y="4572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Isolation Forest (학습형 이상탐지)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457200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89320" y="4572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EasyOCR (문자인식)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732520" y="457200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32520" y="4572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RandomForest (속도예측)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50749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5074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50749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46120" y="5074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50749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89320" y="5074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Chart.js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732520" y="50749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32520" y="5074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카카오맵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슬라이드부터는 이 흐름을 이루는 25개 파일의 상세 역할을 정리한다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상세: 핵심 파이프라인 (src/)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11개 파일 — 검출부터 API까지 전체 로직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7955280"/>
                <a:gridCol w="12801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detect.py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YOLOv8로 프레임에서 차량 검출 (승용차/트럭/오토바이/버스)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2단계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tracker.py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IOU 전역 최적 매칭으로 같은 차량에 고유 ID 부여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3단계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anomaly.py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과속·역주행·급정거·불법정차 판정 (양방향 도로 자동 캘리브레이션)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5단계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ml_anomaly.py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Isolation Forest 기반 학습형 이상탐지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6단계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ocr.py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EasyOCR + 정규식으로 한국 번호판 인식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7단계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plate_detect.py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전용 YOLO 모델로 번호판 '위치'만 정확히 검출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7단계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predict.py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최근 3프레임 속도로 다음 속도 예측, 급정거 사전경고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PostgreSQL 스키마 정의 및 저장/조회 함수 전체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FastAPI 서버 — GET 조회 + POST 저장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8단계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파이프라인 실행 진입점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4단계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data_setup.py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Kaggle 데이터셋 다운로드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상세: 실행/학습 스크립트 (최상위)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 파일 — 데이터 적재부터 모델 학습까지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1323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populate_db.py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data/raw 이미지 전체를 검출해서 DB에 채움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populate_flow_features_demo.py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Isolation Forest 학습 파이프라인 검증용 가상 데이터 생성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populate_anomaly_demo.py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대시보드 확인용 가상 이상탐지 데이터 생성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train_isolation_forest.py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flow_features로 Isolation Forest 학습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train_speed_predictor.py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속도 예측 모델 학습 (MAE 5.56km/h)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batch_compare.py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영상 일괄 처리 비교 (이벤트 건수 vs 고유 차량 수 구분)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inspect_plate_classes.py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 클래스별 샘플 저장 — 번호판 클래스 육안 확인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build_plate_dataset.py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번호판 클래스만 골라 단일클래스 학습 데이터셋 구성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train_plate_detector.py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번호판 검출 전용 YOLOv8n 학습 (--resume 이어학습 지원)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extract_plate_frames_from_videos.py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영상에서 확신도 높은 번호판 프레임 추출·증강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상세: 단위테스트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영상 없이 로직만으로 검증 — 4개 전부 PASS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640080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 대상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test_tracker.py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추적 ID가 프레임 간 유지되는지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test_anomaly.py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4개 이상탐지 규칙 + 오탐 방지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7/7 PASS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test_ocr.py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합성 번호판 이미지로 OCR 인식 (원인진단 포함)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부분 성공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test_predict.py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속도 예측 로직 (급정거 위험 판정)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구조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Track을 중심으로 5개 테이블이 FK로 연결 — 참조 무결성 보장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37760" y="146304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93776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tracks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8836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추적 세션 원본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(위경도 포함)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F2E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182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detection_records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5112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결과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flipH="1">
            <a:off x="1737360" y="2286000"/>
            <a:ext cx="4297680" cy="822960"/>
          </a:xfrm>
          <a:prstGeom prst="line">
            <a:avLst/>
          </a:prstGeom>
          <a:noFill/>
          <a:ln w="15875">
            <a:solidFill>
              <a:srgbClr val="1F2E5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63240" y="310896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F2E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08960" y="3182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flow_features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5112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특징(학습데이터)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 flipH="1">
            <a:off x="4160520" y="2286000"/>
            <a:ext cx="1874520" cy="822960"/>
          </a:xfrm>
          <a:prstGeom prst="line">
            <a:avLst/>
          </a:prstGeom>
          <a:noFill/>
          <a:ln w="15875">
            <a:solidFill>
              <a:srgbClr val="1F2E5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0" y="310896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F2E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3182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anomaly_records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35112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이상탐지 결과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2286000"/>
            <a:ext cx="548640" cy="822960"/>
          </a:xfrm>
          <a:prstGeom prst="line">
            <a:avLst/>
          </a:prstGeom>
          <a:noFill/>
          <a:ln w="15875">
            <a:solidFill>
              <a:srgbClr val="1F2E5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09560" y="310896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F2E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3182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ocr_attempts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35112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 인식 시도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0" y="2286000"/>
            <a:ext cx="2971800" cy="822960"/>
          </a:xfrm>
          <a:prstGeom prst="line">
            <a:avLst/>
          </a:prstGeom>
          <a:noFill/>
          <a:ln w="15875">
            <a:solidFill>
              <a:srgbClr val="1F2E5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58400" y="310896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F2E5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04120" y="3182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speed_predictions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104120" y="35112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예측 결과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2286000"/>
            <a:ext cx="4983480" cy="822960"/>
          </a:xfrm>
          <a:prstGeom prst="line">
            <a:avLst/>
          </a:prstGeom>
          <a:noFill/>
          <a:ln w="15875">
            <a:solidFill>
              <a:srgbClr val="1F2E52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502920" y="4343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하위 테이블이 tracks.id를 외래키(FK)로 참조 → track_id가 실제로 존재하는 추적인지 DB가 보장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892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주요 기능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5330952"/>
            <a:ext cx="128016" cy="128016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0664" y="52395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신호등 색 실시간 상태 배너 (정상/주의/위험)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80760" y="5330952"/>
            <a:ext cx="128016" cy="128016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18504" y="52395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카카오맵으로 CCTV 위치·이상탐지 지점 마커 표시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5788152"/>
            <a:ext cx="128016" cy="128016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40664" y="56967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Chart.js 통계 차트 4종 + GET/POST 실동작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80760" y="5788152"/>
            <a:ext cx="128016" cy="128016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18504" y="56967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 인식 '성공 사례' 전용 테이블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 인식 파이프라인 (7단계)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보유한 데이터 재활용 → 전용 학습 → 실전 검증 → 데이터 증강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1508760"/>
            <a:ext cx="10515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50876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Kaggle 데이터셋의 number_plate 라벨 재활용 (신규 수집 불필요)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0" cy="320040"/>
          </a:xfrm>
          <a:prstGeom prst="line">
            <a:avLst/>
          </a:prstGeom>
          <a:noFill/>
          <a:ln w="19050">
            <a:solidFill>
              <a:srgbClr val="1F2E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331720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2286000"/>
            <a:ext cx="10515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228600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확인(inspect_plate_classes.py) → 단일클래스 데이터셋 구성(build_plate_dataset.py)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788920"/>
            <a:ext cx="0" cy="320040"/>
          </a:xfrm>
          <a:prstGeom prst="line">
            <a:avLst/>
          </a:prstGeom>
          <a:noFill/>
          <a:ln w="19050">
            <a:solidFill>
              <a:srgbClr val="1F2E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108960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43000" y="3063240"/>
            <a:ext cx="10515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71600" y="306324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YOLOv8n 학습(train_plate_detector.py) → mAP50 0.925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0" cy="320040"/>
          </a:xfrm>
          <a:prstGeom prst="line">
            <a:avLst/>
          </a:prstGeom>
          <a:noFill/>
          <a:ln w="19050">
            <a:solidFill>
              <a:srgbClr val="1F2E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86200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3000" y="3840480"/>
            <a:ext cx="10515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71600" y="384048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main.py가 이상탐지된 차량에 한해 자동으로 번호판 위치 검출 + OCR 시도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343400"/>
            <a:ext cx="0" cy="320040"/>
          </a:xfrm>
          <a:prstGeom prst="line">
            <a:avLst/>
          </a:prstGeom>
          <a:noFill/>
          <a:ln w="19050">
            <a:solidFill>
              <a:srgbClr val="1F2E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663440"/>
            <a:ext cx="457200" cy="45720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292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43000" y="4617720"/>
            <a:ext cx="10515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71600" y="461772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영상에서 확신도 높은 프레임을 재추출(extract_plate_frames_from_videos.py)해 데이터 증강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562356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14213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실전 영상 시행착오 끝에 근접 촬영 조건에서 실제 인식 성공 확인 — 상세 원인 분석은 docs/번호판인식_시행착오기록.docx 참고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단계 체크리스트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0934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데이터 수집 (Kaggle 823장)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093976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차량 검출(YOLOv8s)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496312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41401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추적(IOU 전역매칭)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898648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81635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속도/방향 산출(5프레임 스무딩)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300984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2186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이상탐지 규칙(7/7 PASS, 오탐개선 완료)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703320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6210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6단계 학습형 이상탐지(Isolation Forest)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105656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0233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7단계 번호판 인식(mAP50 0.925, 실전성공)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507992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4256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8단계 대시보드/API(GET+POST·Chart.js·카카오맵)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910328"/>
            <a:ext cx="128016" cy="12801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82803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부가: 속도예측(MAE 5.56km/h)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1280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0" y="1691640"/>
            <a:ext cx="5074920" cy="45720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12700">
            <a:solidFill>
              <a:srgbClr val="F2A9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1228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9단계: 발표자료 정리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커밋 컨벤션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2743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E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</a:t>
            </a:r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기능 추가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189720" y="27432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E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</a:t>
            </a:r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버그 수정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31272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E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docs: </a:t>
            </a:r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수정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31272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E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refactor: </a:t>
            </a:r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리팩토링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35112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E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test: </a:t>
            </a:r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추가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189720" y="35112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E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chore: </a:t>
            </a:r>
            <a:pPr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설정/잡일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507492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14213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" y="5193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트러블슈팅 기록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5532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중 겪은 문제와 해결 과정은 docs/ITS_작업로그_*.docx에 날짜별로 정리됨. 주요 사례: Python 3.14 사전빌드 이슈, DB 세션 DetachedInstanceError, 양방향 도로 역주행 오탐, UTC/KST 시간대 오차, 카카오맵 401(다른 앱 키 오삽입) 등.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github.com/mussinv6-commits/its-anomaly-detection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92640" y="6035040"/>
            <a:ext cx="256032" cy="256032"/>
          </a:xfrm>
          <a:prstGeom prst="ellipse">
            <a:avLst/>
          </a:prstGeom>
          <a:solidFill>
            <a:srgbClr val="2E9E5B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0" y="6035040"/>
            <a:ext cx="256032" cy="256032"/>
          </a:xfrm>
          <a:prstGeom prst="ellipse">
            <a:avLst/>
          </a:prstGeom>
          <a:solidFill>
            <a:srgbClr val="F2A93C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0" y="6035040"/>
            <a:ext cx="256032" cy="256032"/>
          </a:xfrm>
          <a:prstGeom prst="ellipse">
            <a:avLst/>
          </a:prstGeom>
          <a:solidFill>
            <a:srgbClr val="D93A3A"/>
          </a:solidFill>
          <a:ln w="12700">
            <a:solidFill>
              <a:srgbClr val="14213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2026-09-07T02:23:04Z</dcterms:created>
  <dcterms:modified xsi:type="dcterms:W3CDTF">2026-09-07T02:23:04Z</dcterms:modified>
</cp:coreProperties>
</file>